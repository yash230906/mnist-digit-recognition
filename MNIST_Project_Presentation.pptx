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z2p3cBL4DkUW4JzZ1yQq/mXWl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Project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828800"/>
            <a:ext cx="106986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Deep Learning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Student: YASH RANA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College: NAVIOTECH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Recognize handwritten digits from 0 to 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Use labeled images from the MNIST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 a neural network and evaluate it on unseen test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Demonstrate a prediction and save the trained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Handwritten digits vary in shape, thickness, and writing style.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Classify each input image into one of ten classes (0–9).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Generalize to images that were not used during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Load and preprocess the MNIST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and train a neural-network classifier.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Measure test accuracy and test loss.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Show sample predictions and save the trained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Dataset: MNIST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Grayscale handwritten digit images labeled 0 through 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Images are commonly 28 × 28 pixels.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Training data teaches patterns; test data measures generalization.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a screenshot of sample MNIST images from your notebook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and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Google Colab / Jupyter Notebook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TensorFlow / Keras (confirm against notebook imports)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MNIST 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GitHub for sharing and version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1. Load dataset → 2. Preprocess images → 3. Build neural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4. Train for 5 epochs → 5. Evaluate on test set → 6. Predict sample digits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a simple workflow diagram or notebook screenshot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was trained for 5 epochs.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reported validation accuracy: 97.53%.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Training accuracy increased across the displayed epochs.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your actual training-history screenshot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Actual Notebook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822960" y="182880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accuracy: 97.22%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loss: 0.0916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validation accuracy: 97.53%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Values are from the completed Google Colab run.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displayed sample image was digit 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predicted 7 for that sample.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your actual prediction screenshot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One correct example illustrates the workflow; test accuracy measures broader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0" title="Screenshot 2026-10-13 1412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075" y="3801394"/>
            <a:ext cx="5305425" cy="29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notebook trained and evaluated an MNIST digit classifier.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achieved 97.22% test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Future work: confusion matrix, review misclassifications, compare architectures, and build an interface.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822960" y="182880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Repository: https://github.com/yash230906/mnist-digit-recognition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Student: ____________________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