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sRLWvhocI4a+H5/77I9qgGF40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bold.fntdata"/><Relationship Id="rId6" Type="http://schemas.openxmlformats.org/officeDocument/2006/relationships/slide" Target="slides/slide1.xml"/><Relationship Id="rId18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4eae3b6d70f6ba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4eae3b6d70f6ba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D5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MNIST DIGIT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RECOGNITION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68680" y="3840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BEDCF5"/>
                </a:solidFill>
                <a:latin typeface="Calibri"/>
                <a:ea typeface="Calibri"/>
                <a:cs typeface="Calibri"/>
                <a:sym typeface="Calibri"/>
              </a:rPr>
              <a:t>Handwritten digit classification using deep learning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68680" y="5715000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YASH RANA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|   Course: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Recognize handwritten digits from 0 to 9.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Use the MNIST image dataset.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Train and evaluate a neural-network model.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Save the trained model for future use.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Problem &amp; Objectives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Problem: identify the number represented by a handwritten image.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Prepare image data for machine learning.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Train a model to classify ten digit categories.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Evaluate performance and save the model.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94360" y="356198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What Is MNIST?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A standard dataset for handwritten digit recognition.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Grayscale images of 28 × 28 pixels.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Ten classes: digits 0 through 9.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Standard split: 60,000 training and 10,000 test images.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pic>
        <p:nvPicPr>
          <p:cNvPr id="115" name="Google Shape;115;p4" title="Screenshot 2026-10-13 1411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750" y="3685800"/>
            <a:ext cx="7581150" cy="30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Tools &amp; Technologies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Python for implementation.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Google Colab / Jupyter Notebook for running code.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TensorFlow / Keras for model training, if used.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NumPy / Matplotlib for data handling and plots, if used.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GitHub for sharing project files.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Project Workflow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1. Load images and labels.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2. Normalize pixels and prepare image dimensions.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3. Build the neural-network architecture.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4. Train on labeled images.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5. Evaluate on test data.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6. Save the trained model.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Model Training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The model learns patterns from labeled digit images.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Training adjusts parameters to reduce classification errors.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Test data estimates performance on unseen examples.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Use the exact architecture and settings from your notebook.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pic>
        <p:nvPicPr>
          <p:cNvPr id="143" name="Google Shape;143;p7" title="Screenshot 2026-10-13 1411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275" y="4355875"/>
            <a:ext cx="6452175" cy="267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Results &amp; Output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Notebook reached the model-saving completion step.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Saved model: models/mnist_digit_model.keras.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Add the exact test accuracy printed by your notebook.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Insert a screenshot of training results or sample predictions.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pic>
        <p:nvPicPr>
          <p:cNvPr id="153" name="Google Shape;153;p8" title="Screenshot 2026-10-13 141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125" y="3801424"/>
            <a:ext cx="5305425" cy="277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Applications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Reading handwritten numbers on forms.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Digit recognition in document processing.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Educational demonstrations of image classification.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Foundation for more advanced computer vision.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Limitations &amp; Future Scope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Performance may drop on photos or images unlike MNIST.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Input images need correct resizing and normalization.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Build a drawing interface for users to enter digits.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Compare a basic network with a convolutional neural network (CNN).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B4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2D5A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22960" y="1508760"/>
            <a:ext cx="10698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Demonstrates a full introductory deep-learning workflow.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Covers preprocessing, training, evaluation, and saving.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Provides a foundation for computer-vision projects.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 Thank you 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9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eae3b6d70f6ba1e_0_0"/>
          <p:cNvSpPr txBox="1"/>
          <p:nvPr/>
        </p:nvSpPr>
        <p:spPr>
          <a:xfrm>
            <a:off x="1725950" y="848500"/>
            <a:ext cx="694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