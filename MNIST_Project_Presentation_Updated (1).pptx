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z2p3cBL4DkUW4JzZ1yQq/mXWl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84B78"/>
                </a:solidFill>
                <a:latin typeface="Calibri"/>
                <a:ea typeface="Calibri"/>
                <a:cs typeface="Calibri"/>
                <a:sym typeface="Calibri"/>
              </a:rPr>
              <a:t>Project Presentation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828800"/>
            <a:ext cx="106986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Deep Learning Project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Student: </a:t>
            </a:r>
            <a:r>
              <a:rPr lang="en-US" sz="2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YASH RANA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College: </a:t>
            </a:r>
            <a:r>
              <a:rPr lang="en-US" sz="21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NAVITECH SOLUTION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Recognize handwritten digits from 0 to 9.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Use labeled images from the MNIST dataset.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 a neural network and evaluate it on unseen test images.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Demonstrate a prediction and save the trained model.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Handwritten digits vary in shape, thickness, and writing style.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Classify each input image into one of ten classes (0–9).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Generalize to images that were not used during training.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Load and preprocess the MNIST dataset.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 and train a neural-network classifier.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Measure test accuracy and test loss.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Show sample predictions and save the trained model.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Dataset: MNIST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Grayscale handwritten digit images labeled 0 through 9.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Images are commonly 28 × 28 pixels.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Training data teaches patterns; test data measures generalization.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a screenshot of sample MNIST images from your notebook here.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 and Technologies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Google Colab / Jupyter Notebook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TensorFlow / Keras (confirm against notebook imports)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MNIST dataset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GitHub for sharing and version control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1. Load dataset → 2. Preprocess images → 3. Build neural network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4. Train for 5 epochs → 5. Evaluate on test set → 6. Predict sample digits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a simple workflow diagram or notebook screenshot here.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/>
          </a:p>
        </p:txBody>
      </p:sp>
      <p:sp>
        <p:nvSpPr>
          <p:cNvPr id="128" name="Google Shape;128;p8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model was trained for 5 epochs.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 reported validation accuracy: 97.53%.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Training accuracy increased across the displayed epochs.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your actual training-history screenshot here.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Results</a:t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84B78"/>
                </a:solidFill>
                <a:latin typeface="Calibri"/>
                <a:ea typeface="Calibri"/>
                <a:cs typeface="Calibri"/>
                <a:sym typeface="Calibri"/>
              </a:rPr>
              <a:t>Actual Notebook Results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822960" y="182880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Test accuracy: 97.22%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Test loss: 0.0916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Final validation accuracy: 97.53%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Values are from the completed Google Colab run.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Prediction</a:t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displayed sample image was digit 7.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model predicted 7 for that sample.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Insert your actual prediction screenshot here.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One correct example illustrates the workflow; test accuracy measures broader performance.</a:t>
            </a:r>
            <a:endParaRPr/>
          </a:p>
        </p:txBody>
      </p:sp>
      <p:pic>
        <p:nvPicPr>
          <p:cNvPr id="142" name="Google Shape;142;p10" title="Screenshot 2026-10-13 1412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075" y="3801394"/>
            <a:ext cx="5305425" cy="29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/>
          </a:p>
        </p:txBody>
      </p:sp>
      <p:sp>
        <p:nvSpPr>
          <p:cNvPr id="148" name="Google Shape;148;p11"/>
          <p:cNvSpPr txBox="1"/>
          <p:nvPr/>
        </p:nvSpPr>
        <p:spPr>
          <a:xfrm>
            <a:off x="822960" y="132588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notebook trained and evaluated an MNIST digit classifier.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model achieved 97.22% test accuracy.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Future work: confusion matrix, review misclassifications, compare architectures, and build an interface.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75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84B78"/>
                </a:solidFill>
                <a:latin typeface="Calibri"/>
                <a:ea typeface="Calibri"/>
                <a:cs typeface="Calibri"/>
                <a:sym typeface="Calibri"/>
              </a:rPr>
              <a:t>MNIST Handwritten Digit Recognition</a:t>
            </a:r>
            <a:endParaRPr/>
          </a:p>
        </p:txBody>
      </p:sp>
      <p:sp>
        <p:nvSpPr>
          <p:cNvPr id="155" name="Google Shape;155;p12"/>
          <p:cNvSpPr txBox="1"/>
          <p:nvPr/>
        </p:nvSpPr>
        <p:spPr>
          <a:xfrm>
            <a:off x="822960" y="1828800"/>
            <a:ext cx="106984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Repository: https://github.com/yash230906/mnist-digit-recognition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Student: ____________________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